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Phishing Website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EEF3F9"/>
                </a:solidFill>
              </a:defRPr>
            </a:pPr>
            <a:r>
              <a:t>Cybersecurity data analysis | Logistic Regression vs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The security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Phishing sites impersonate legitimate websites to steal sensitive data.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Goal: identify risky sites while avoiding unnecessary false alarms.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How accurately can two ML methods detect phishing websites?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Which errors matter most for security?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Kaggle: Phishing Dataset for Machine Learning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10,000 records • 48 predictive features • CLASS_LABEL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URL structure, hyperlinks, forms and page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10,000 original records; 48 predictors.</a:t>
            </a:r>
          </a:p>
          <a:p>
            <a:r>
              <a:t>0 missing cells; 419 duplicate observations (ignoring ID).</a:t>
            </a:r>
          </a:p>
          <a:p>
            <a:r>
              <a:t>9,581 unique records after cleaning.</a:t>
            </a:r>
          </a:p>
          <a:p>
            <a:r>
              <a:t>Original labels: 5,000 phishing / 5,000 legitimate.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Remove ID and duplicates.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80/20 stratified train/test split.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Training-only median imputation.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Scale Logistic Regression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Two machine learning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Logistic Regression: interpretable linear baseline.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Random Forest: ensemble of decision trees that captures nonlinear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Accuracy • Precision • Recall • F1 • ROC-AUC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Confusion matrix • False positives • False negatives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Logistic Regression: 95.20% accuracy, 96.07% recall, 95.04% F1</a:t>
            </a:r>
          </a:p>
          <a:p>
            <a:r>
              <a:t>Random Forest: 98.38% accuracy, 98.80% recall, 98.32% F1</a:t>
            </a:r>
          </a:p>
          <a:p>
            <a:r>
              <a:t>False negatives: 36 vs 11; false positives: 56 vs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Security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Random Forest missed 11 phishing websites vs 36 for Logistic Regression.</a:t>
            </a:r>
          </a:p>
          <a:p>
            <a:r>
              <a:t>False negatives leave threats unflagged.</a:t>
            </a:r>
          </a:p>
          <a:p>
            <a:r>
              <a:t>False positives incorrectly warn about legitimate sites.</a:t>
            </a:r>
          </a:p>
          <a:p>
            <a:r>
              <a:t>The chosen alert threshold must balance both costs.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Static benchmark; possible data bias and related sites across splits.</a:t>
            </a:r>
          </a:p>
          <a:p>
            <a:pPr>
              <a:spcAft>
                <a:spcPts val="1800"/>
              </a:spcAft>
              <a:defRPr sz="2300">
                <a:solidFill>
                  <a:srgbClr val="EEF3F9"/>
                </a:solidFill>
              </a:defRPr>
            </a:pPr>
            <a:r>
              <a:t>Validate on newer data, monitor drift, and combine with human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8D3C8"/>
                </a:solidFill>
              </a:defRPr>
            </a:pPr>
            <a:r>
              <a:t>Conclusion and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Random Forest was better on this test: 98.38% accuracy, 98.80% phishing recall.</a:t>
            </a:r>
          </a:p>
          <a:p>
            <a:r>
              <a:t>Validate on newer sites before deployment.</a:t>
            </a:r>
          </a:p>
          <a:p>
            <a:r>
              <a:t>Dataset: https://www.kaggle.com/datasets/shashwatwork/phishing-dataset-for-machine-learning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19088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CD0"/>
                </a:solidFill>
              </a:defRPr>
            </a:pPr>
            <a:r>
              <a:t>Cybersecurity Project  •  12/12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>
                <a:solidFill>
                  <a:srgbClr val="FFFFFF"/>
                </a:solidFill>
              </a:defRPr>
            </a:pPr>
            <a:r>
              <a:t>Class distribution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43000"/>
            <a:ext cx="68580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>
                <a:solidFill>
                  <a:srgbClr val="FFFFFF"/>
                </a:solidFill>
              </a:defRPr>
            </a:pPr>
            <a:r>
              <a:t>Random Forest 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43000"/>
            <a:ext cx="68580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>
                <a:solidFill>
                  <a:srgbClr val="FFFFFF"/>
                </a:solidFill>
              </a:defRPr>
            </a:pPr>
            <a:r>
              <a:t>Model confusion matrices</a:t>
            </a:r>
          </a:p>
        </p:txBody>
      </p:sp>
      <p:pic>
        <p:nvPicPr>
          <p:cNvPr id="3" name="Picture 2" descr="random_forest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43000"/>
            <a:ext cx="68580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